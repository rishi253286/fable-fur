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6217920" cy="201168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Fable &amp; Fur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834640"/>
            <a:ext cx="5303520" cy="640080"/>
          </a:xfrm>
          <a:prstGeom prst="rect">
            <a:avLst/>
          </a:prstGeom>
          <a:solidFill>
            <a:srgbClr val="F0B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F35"/>
                </a:solidFill>
              </a:defRPr>
            </a:pPr>
            <a:r>
              <a:t>Project 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097280"/>
            <a:ext cx="43891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Product: Pet adoption matchmaking app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Stack: React + Vite + Express + SQLite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User flow: Browse, match, and review pets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Goal: Help rescue pets find suitable homes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Outcome: Strong MVP concept with polished UX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120640"/>
            <a:ext cx="10789920" cy="822960"/>
          </a:xfrm>
          <a:prstGeom prst="rect">
            <a:avLst/>
          </a:prstGeom>
          <a:solidFill>
            <a:srgbClr val="1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Full-stack app combining responsive UI, secure auth, and SQLite-backed match tracking.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22960" cy="822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82880"/>
            <a:ext cx="20116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5"/>
                </a:solidFill>
              </a:defRPr>
            </a:pPr>
            <a:r>
              <a:t>Fable &amp; Fur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7D8C"/>
                </a:solidFill>
              </a:defRPr>
            </a:pPr>
            <a:r>
              <a:t>Why the app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200400" cy="3749039"/>
          </a:xfrm>
          <a:prstGeom prst="rect">
            <a:avLst/>
          </a:prstGeom>
          <a:solidFill>
            <a:srgbClr val="FFFFFF"/>
          </a:solidFill>
          <a:ln w="25400">
            <a:solidFill>
              <a:srgbClr val="1E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21F35"/>
                </a:solidFill>
              </a:defRPr>
            </a:pPr>
            <a:r>
              <a:t>Problem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Adoption journeys are often scattered and uncertain for both adopters and rescues.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Users need a simple, guided way to discover pets that truly fit their lifestyles.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59" y="1737360"/>
            <a:ext cx="3200400" cy="3749039"/>
          </a:xfrm>
          <a:prstGeom prst="rect">
            <a:avLst/>
          </a:prstGeom>
          <a:solidFill>
            <a:srgbClr val="FFFFFF"/>
          </a:solidFill>
          <a:ln w="25400">
            <a:solidFill>
              <a:srgbClr val="1E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21F35"/>
                </a:solidFill>
              </a:defRPr>
            </a:pPr>
            <a:r>
              <a:t>Solution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Fable &amp; Fur presents a playful swipe-based experience to simplify pet discovery.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Pet browsing is transformed into a more engaging and confidence-building process.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737360"/>
            <a:ext cx="3200400" cy="3749039"/>
          </a:xfrm>
          <a:prstGeom prst="rect">
            <a:avLst/>
          </a:prstGeom>
          <a:solidFill>
            <a:srgbClr val="FFFFFF"/>
          </a:solidFill>
          <a:ln w="25400">
            <a:solidFill>
              <a:srgbClr val="1E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21F35"/>
                </a:solidFill>
              </a:defRPr>
            </a:pPr>
            <a:r>
              <a:t>Audience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People looking for a companion that matches their family, home, and daily routine.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This app helps reduce mismatch and increase adoption confidence.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7D8C"/>
                </a:solidFill>
              </a:defRPr>
            </a:pPr>
            <a:r>
              <a:t>What the product delivers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• Swipe-style pet matching with like, favorite, and skip actions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• Filter controls for pet type, age, and energy level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• User signup and login with validation and persisted session state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• Protected pages for the matching and dashboard experience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• Dashboard metrics tracking likes, favorites, and skipped pets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• SQLite data model covering shelters, pets, users, and match records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7D8C"/>
                </a:solidFill>
              </a:defRPr>
            </a:pPr>
            <a:r>
              <a:t>How the app is organized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2560320" cy="18288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React + Vite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011680"/>
            <a:ext cx="3291840" cy="1828800"/>
          </a:xfrm>
          <a:prstGeom prst="rect">
            <a:avLst/>
          </a:prstGeom>
          <a:solidFill>
            <a:srgbClr val="1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Backend</a:t>
            </a:r>
            <a:br/>
            <a:r>
              <a:t>Express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2011680"/>
            <a:ext cx="3108960" cy="1828800"/>
          </a:xfrm>
          <a:prstGeom prst="rect">
            <a:avLst/>
          </a:prstGeom>
          <a:solidFill>
            <a:srgbClr val="F0B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Database</a:t>
            </a:r>
            <a:br/>
            <a:r>
              <a:t>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The frontend requests pet data and match events from the API, while Express validates auth requests and writes application data into SQLite tables.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7D8C"/>
                </a:solidFill>
              </a:defRPr>
            </a:pPr>
            <a:r>
              <a:t>From discovery to adoption intent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92024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F35"/>
                </a:solidFill>
              </a:defRPr>
            </a:pPr>
            <a:r>
              <a:t>1. Browse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Users land on the home page and learn about the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39" y="1737360"/>
            <a:ext cx="192024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F35"/>
                </a:solidFill>
              </a:defRPr>
            </a:pPr>
            <a:r>
              <a:t>2. Sign in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A guest can create an account or log in to continue.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737360"/>
            <a:ext cx="192024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F35"/>
                </a:solidFill>
              </a:defRPr>
            </a:pPr>
            <a:r>
              <a:t>3. Match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Users filter and swipe through pet profiles based on 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59" y="1737360"/>
            <a:ext cx="192024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F35"/>
                </a:solidFill>
              </a:defRPr>
            </a:pPr>
            <a:r>
              <a:t>4. Review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Dashboard summarizes likes and favorites for reflection.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19" y="1737360"/>
            <a:ext cx="192024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1F35"/>
                </a:solidFill>
              </a:defRPr>
            </a:pPr>
            <a:r>
              <a:t>5. Adopt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The app sets up a clear next step toward a real connection.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t>Review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F7D8C"/>
                </a:solidFill>
              </a:defRPr>
            </a:pPr>
            <a:r>
              <a:t>Strengths and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029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1F35"/>
                </a:solidFill>
              </a:defRPr>
            </a:pPr>
            <a:r>
              <a:t>Strengths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Clear product concept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Strong visual storytelling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Functional full-stack MVP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Good user 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737360"/>
            <a:ext cx="5029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0B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1F35"/>
                </a:solidFill>
              </a:defRPr>
            </a:pPr>
            <a:r>
              <a:t>Opportunities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Add real testing coverage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Improve edge-case validation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Expand the adoption workflow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Increase personalization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14400"/>
            <a:ext cx="106070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121F35"/>
                </a:solidFill>
              </a:defRPr>
            </a:pPr>
            <a:r>
              <a:t>Final Verdict</a:t>
            </a:r>
          </a:p>
          <a:p>
            <a:pPr>
              <a:defRPr sz="2100">
                <a:solidFill>
                  <a:srgbClr val="2C3E50"/>
                </a:solidFill>
              </a:defRPr>
            </a:pPr>
            <a:r>
              <a:t>Fable &amp; Fur is a promising, polished concept with a clear product story and a functional full-stack implementation. It demonstrates strong potential as a pet-adoption MVP and delivers an engaging user experience.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Recommended next steps: expand the adoption journey, strengthen validation, and add automated testing to support broader rollout.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